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loop, autumn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Mud on the switchbacks below the ridge</a:t>
            </a:r>
          </a:p>
          <a:p>
            <a:r>
              <a:t>The upper meadow is clear</a:t>
            </a:r>
          </a:p>
          <a:p>
            <a:r>
              <a:t>The spring at mile four is 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